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MediAlert Network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Hospital Routing for Mass Casualty Events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7315200" cy="731520"/>
          </a:xfrm>
          <a:prstGeom prst="roundRect">
            <a:avLst>
              <a:gd name="adj" fmla="val 62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"Waze for ambulances — routing smarter, saving lives"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Garuda Hacks 7.0  |  July 16–18, 2026  |  UMN, Indonesia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12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Healthcare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52120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1D3557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5212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Public Safety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5760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6263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ambulance wait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92640" y="5760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92640" y="6263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overwhelmed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5760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sec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0" y="6263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MediAlert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lost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to full hospitals before finding one with a bed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ambulance response in Jakarta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1832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1832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reach full capacity within 2 hours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743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mortality per minute of delay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2743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068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183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real-time hospital capacity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74552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51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the last Jakarta flood, ambulance crews drove patients to 5 hospitals before finding one with a bed."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SUFFERS MOST: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patients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56692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patients ("time is brain")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6692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victims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56692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zone patients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hospital capacity and ambulance routing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Waze — but for life-or-death decisions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4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356616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App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2834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Paramedic inputs patient condition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instantly recommends the best hospital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reasoning shown for every decision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6060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4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606040"/>
            <a:ext cx="3566160" cy="5486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Dashboard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2834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map of all hospitals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capacity updates (Socket.io)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4937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Incident management for dispatchers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26060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4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2606040"/>
            <a:ext cx="3566160" cy="5486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 Agent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595360" y="3749040"/>
            <a:ext cx="2834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 nearest — BEST hospital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Factors: specialist, beds, distance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4937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Deterministic, explainable AI engine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MediAlert in action — 90 seconds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Dashboard opens — 5 hospitals, all green (beds available)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6916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Click "Simulate Mass Casualty" — 3 incidents fire simultaneously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718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Watch capacity bars drop in real-time via Socket.io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83464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9718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RSPI Sulianti Saroso turns RED — 0 ER beds available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25196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51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New patient: Male 52, chest pain, suspected heart attack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25196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51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Routing runs → RSUP Fatmawati (Score: 112) — cardiologist on duty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5321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532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5486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Confirm route — ambulance marker animates, ETA countdown shown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MediAlert: 34 minutes  →  With MediAlert: under 30 seconds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App (React Native / 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API Server  +  Socket.io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 Bus (Socket.io)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69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Agent (Decision Engine)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  |  Mapbox GL 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33172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10896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886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466344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73736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1737360"/>
            <a:ext cx="109728" cy="1051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Socket.io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21945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capacity updates pushed to all connected clients — ambulance, dispatcher, hospital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92608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2926080"/>
            <a:ext cx="109728" cy="1051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017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Routing: Decision Tree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89320" y="33832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rules, not black-box ML — explainable to judges, runs in milliseconds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41148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4114800"/>
            <a:ext cx="109728" cy="1051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4206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Maps: Mapbox GL JS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89320" y="45720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styled map with hospital markers, capacity heatmap, routing lines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530352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5303520"/>
            <a:ext cx="109728" cy="10515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5394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 REST + WebSocket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9320" y="57607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design — ready to integrate with Dinas Kesehatan SIMRS systems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Indonesia's most disaster-prone cities, every second is measured in lives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976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381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381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Dramatically reduced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🚑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Paramedics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to go instantly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434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38328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overcrowding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434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👨‍⚕️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3093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to right care faster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35440" y="4434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23544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BNPB/Government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3544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disaster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94457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2219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Maps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MediAlert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hospital capacity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triage routing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availability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Disaster-mode resilience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Indonesia-specific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35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hasn't this been built yet — and why we're the ones to build it: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71600" y="5120640"/>
            <a:ext cx="94457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4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0" y="5212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hospital API in Indonesia — requires new data infrastructure  </a:t>
            </a:r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cross-system coordination between ambulances and hospitals  </a:t>
            </a:r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understanding both emergency medicine AND distributed systems — rare combination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FROM PROTOTYPE TO NATIONAL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24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7490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(Garuda Hacks)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5–8 mock hospitals on live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Working ambulance routing 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Pre-scripted mass casualty scenario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Socket.io updates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Deployed to Vercel + Railway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24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371600"/>
            <a:ext cx="37490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514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Partner with 1 city (Jakarta pilot)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Integrate with SIMRS hospital APIs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Connect to BNPB disaster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Add historical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5440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User testing with paramedics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24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371600"/>
            <a:ext cx="374904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2104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YEARS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Nationwide hospital coverage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Integration with Indonesia 119 emergency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AI-powered predictive capacity planning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Expansion to Surabaya, Semarang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5440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Partnership with health insurance cos.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minute an ambulance drives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full hospital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minute a patient doesn't have.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fixing that.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7315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MediAlert Network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smarter. Saving lives.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Name(s)]    |    [email@domain.com]    |    [GitHub]    |    [Demo URL]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1264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26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Healthcare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6126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6126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Public Safety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MediAlert Network — Garuda Hacks 7.0</dc:title>
  <dc:subject>PptxGenJS Presentation</dc:subject>
  <dc:creator>MediAlert Team</dc:creator>
  <cp:lastModifiedBy>MediAlert Team</cp:lastModifiedBy>
  <cp:revision>1</cp:revision>
  <dcterms:created xsi:type="dcterms:W3CDTF">2026-07-02T12:25:47Z</dcterms:created>
  <dcterms:modified xsi:type="dcterms:W3CDTF">2026-07-02T12:25:47Z</dcterms:modified>
</cp:coreProperties>
</file>